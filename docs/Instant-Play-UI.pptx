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15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9A831-770F-7F96-069C-482703AF5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6510D7-6C8E-F015-3CCE-6327B87E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1D080-699D-BFE6-2E5C-EF6144DF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81572-B45F-02DE-FDC3-B9ADC601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3AEFB7-73EF-CE83-71C1-09E4589F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24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2AEAB-682B-9511-26A7-5BF2914C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E09E25-75D1-FCC7-F5A6-9BC68242C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A5557E-8E50-A762-3F30-B444DF5B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86536A-52F2-A734-BBF2-1393FD01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9F4553-D743-714A-1E19-A733CC88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1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F8DC1-146C-2E52-D8D3-577D0360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C269F2-1A73-FC2D-E871-D7534ABEB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AA7863-F319-6B28-75E5-D0718673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1FD9E-1529-1754-CEF9-C621BFAA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663CDF-9991-BC61-AF19-8602EADB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57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64C3B-174F-3AAD-56B2-16272379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7B9540-7273-0375-964C-58DDA9CC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4414B3-D80F-1970-B2D2-1E687E29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7B26BB-E967-6287-FCFF-02AF6945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1CFE8-113C-3091-3BF4-1A4BFBC5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2E0104-964A-90B4-419B-79FE9A43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38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4BC871-E187-C742-2629-EADE41C2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672E6A-33CC-EBF3-4E8C-256C48035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41AECA-FD95-C91B-910C-9AD108EC8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98D61-73BC-925E-2834-C8D05454F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F9C091-B985-0DA0-27C0-DEE9FDC0A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E850F1-B52A-7D29-DD8B-5674C215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5E5D3C-4DF2-3DF6-1F1F-5AD01732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E3A465-7F2D-C145-5313-4B7FC3BC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50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D00C3-938C-AE4C-D813-5B08EFD5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7825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D8D0B6-2193-A5EF-1D89-0FF0271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4D6642-EBF3-34DA-037C-1B1C9E65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6B7798-76F5-F0C4-FE8B-F767702A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076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CAD6CA-8540-ACCA-17C4-FD44C931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BDBADC-F113-D657-8A11-AEF27229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0E213A-D778-331B-B407-38E0D740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C2494-0084-4F5B-7354-5A3CC597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E17A45-5620-61E7-6CF1-75EC0CBA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764A-31E6-9C4C-F3FA-4833DA240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40FF8-4C3E-FBB7-7F3A-B871CCC5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D16BB-C427-6906-B81B-7FF280D8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FDF90F-5E0C-895D-4C5C-DB965DFF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7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C7B25-909C-FDF7-DAF1-77894A6A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02BF61-5F4C-CB3A-787E-91239A41D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2098F3-044E-1E6F-9C23-3152CE620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FE80F7-2095-E1F0-03FA-D4467CE0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7B7424-0ABF-A8E9-7A57-556CDB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4C8C6A-0E2A-545A-897F-98384867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3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42DBF-A1C4-A3D5-BA9E-BFE2FF08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19EAE2-5FCE-CD95-1975-DCDB8B26E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1BF24-3424-BCB5-C5E1-A8B15CF3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5B970C-196E-6E5B-BE76-3A668BB0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D5E928-FA4C-9AAE-1031-1309CB76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56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B3C5BC-D741-52E9-5AED-E19AB5961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2F54EF-23E8-F000-DCEF-4D72A01C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18E21-AF93-0E21-259A-2992B82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7BBE2-DEAD-FD76-98E4-90AD1A88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EECE8-51B0-8668-B849-13B8DF7E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49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09BE3E-7B90-E622-F985-E9EFC97F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8517D-5C8F-3560-D18B-39BEFCF3E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05E9D7-D65D-FCCA-612B-2D35F0146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8FC70-68D5-4C7E-BEB4-F3EEBF61C1FC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EAB260-B650-6CC4-54AB-B8F5672AC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2F69C5-28BE-981E-5434-826436A7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9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428CB256-F8C7-3A98-5142-F5CCC5A8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5" y="2034285"/>
            <a:ext cx="6792273" cy="57158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910D9C76-758D-6FC5-10FB-72EF9C7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Instant Play</a:t>
            </a:r>
            <a:r>
              <a:rPr lang="ja-JP" altLang="en-US" dirty="0"/>
              <a:t> ページ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54D02A2-D09B-57F6-945B-D983CBC83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7" y="2034285"/>
            <a:ext cx="6792273" cy="57158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13AADAC-8046-6556-EA99-EB4C47D1DBED}"/>
              </a:ext>
            </a:extLst>
          </p:cNvPr>
          <p:cNvSpPr/>
          <p:nvPr/>
        </p:nvSpPr>
        <p:spPr>
          <a:xfrm>
            <a:off x="1736992" y="2125009"/>
            <a:ext cx="1582218" cy="3901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Play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E014BA-8A29-4716-BCB8-2D09E08813C9}"/>
              </a:ext>
            </a:extLst>
          </p:cNvPr>
          <p:cNvSpPr txBox="1"/>
          <p:nvPr/>
        </p:nvSpPr>
        <p:spPr>
          <a:xfrm>
            <a:off x="1561475" y="955497"/>
            <a:ext cx="860994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QTI</a:t>
            </a:r>
            <a:r>
              <a:rPr lang="ja-JP" altLang="en-US" dirty="0"/>
              <a:t> </a:t>
            </a:r>
            <a:r>
              <a:rPr lang="en-US" altLang="ja-JP" dirty="0"/>
              <a:t>XML </a:t>
            </a:r>
            <a:r>
              <a:rPr lang="ja-JP" altLang="en-US" dirty="0"/>
              <a:t>データの入力エリア</a:t>
            </a:r>
            <a:endParaRPr lang="en-US" altLang="ja-JP" dirty="0"/>
          </a:p>
          <a:p>
            <a:r>
              <a:rPr kumimoji="1" lang="en-US" altLang="ja-JP" dirty="0"/>
              <a:t>	5</a:t>
            </a:r>
            <a:r>
              <a:rPr kumimoji="1" lang="ja-JP" altLang="en-US" dirty="0"/>
              <a:t>行の高さ</a:t>
            </a:r>
            <a:endParaRPr kumimoji="1" lang="en-US" altLang="ja-JP" dirty="0"/>
          </a:p>
          <a:p>
            <a:r>
              <a:rPr kumimoji="1" lang="en-US" altLang="ja-JP" dirty="0"/>
              <a:t>	</a:t>
            </a:r>
            <a:r>
              <a:rPr lang="ja-JP" altLang="en-US" dirty="0"/>
              <a:t>テキストの量に応じてスクロールバーを表示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305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F76F-4CF2-0BF9-99A3-24181AA2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ED634211-F4CE-DA2F-4C25-89368C5F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5" y="2034285"/>
            <a:ext cx="6792273" cy="57158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2B8DBC78-B373-394C-7D95-E3A34155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Instant Play</a:t>
            </a:r>
            <a:r>
              <a:rPr lang="ja-JP" altLang="en-US" dirty="0"/>
              <a:t> ページ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AB24CBB-D19A-D25D-0970-40693370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7" y="2034285"/>
            <a:ext cx="6792273" cy="57158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FEB8064-E9C7-CCD9-084E-AC581FB592AB}"/>
              </a:ext>
            </a:extLst>
          </p:cNvPr>
          <p:cNvSpPr/>
          <p:nvPr/>
        </p:nvSpPr>
        <p:spPr>
          <a:xfrm>
            <a:off x="1736992" y="2125009"/>
            <a:ext cx="1582218" cy="3901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Play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23D4E5-6372-03AD-2A64-FCF52058C8C4}"/>
              </a:ext>
            </a:extLst>
          </p:cNvPr>
          <p:cNvSpPr txBox="1"/>
          <p:nvPr/>
        </p:nvSpPr>
        <p:spPr>
          <a:xfrm>
            <a:off x="1561475" y="955497"/>
            <a:ext cx="860994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QTI</a:t>
            </a:r>
            <a:r>
              <a:rPr lang="ja-JP" altLang="en-US" dirty="0"/>
              <a:t> </a:t>
            </a:r>
            <a:r>
              <a:rPr lang="en-US" altLang="ja-JP" dirty="0"/>
              <a:t>XML </a:t>
            </a:r>
            <a:r>
              <a:rPr lang="ja-JP" altLang="en-US" dirty="0"/>
              <a:t>データの入力エリア</a:t>
            </a:r>
            <a:endParaRPr lang="en-US" altLang="ja-JP" dirty="0"/>
          </a:p>
          <a:p>
            <a:r>
              <a:rPr kumimoji="1" lang="en-US" altLang="ja-JP" dirty="0"/>
              <a:t>	5</a:t>
            </a:r>
            <a:r>
              <a:rPr kumimoji="1" lang="ja-JP" altLang="en-US" dirty="0"/>
              <a:t>行の高さ</a:t>
            </a:r>
            <a:endParaRPr kumimoji="1" lang="en-US" altLang="ja-JP" dirty="0"/>
          </a:p>
          <a:p>
            <a:r>
              <a:rPr kumimoji="1" lang="en-US" altLang="ja-JP" dirty="0"/>
              <a:t>	</a:t>
            </a:r>
            <a:r>
              <a:rPr lang="ja-JP" altLang="en-US" dirty="0"/>
              <a:t>テキストの量に応じてスクロールバーを表示</a:t>
            </a:r>
            <a:endParaRPr kumimoji="1" lang="ja-JP" altLang="en-US" dirty="0"/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7AC2BC3-2D47-E50A-0476-83C0A439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475" y="2895045"/>
            <a:ext cx="8789998" cy="351993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B72059-4FDB-2C97-918E-7B27FB2B4908}"/>
              </a:ext>
            </a:extLst>
          </p:cNvPr>
          <p:cNvSpPr txBox="1"/>
          <p:nvPr/>
        </p:nvSpPr>
        <p:spPr>
          <a:xfrm>
            <a:off x="1654139" y="2722655"/>
            <a:ext cx="851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: </a:t>
            </a:r>
            <a:r>
              <a:rPr kumimoji="1" lang="ja-JP" altLang="en-US" dirty="0"/>
              <a:t>日本の首都はどこですか？</a:t>
            </a:r>
            <a:r>
              <a:rPr lang="en-US" altLang="ja-JP" dirty="0"/>
              <a:t>                                      Interaction: choice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6191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F7A32-7A62-38ED-E67C-1904EABF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783725B8-66A7-7ACD-2570-AA465803E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5" y="2034285"/>
            <a:ext cx="6792273" cy="57158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D6AB07C6-B1CF-793E-A5D9-7F779636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Instant Play</a:t>
            </a:r>
            <a:r>
              <a:rPr lang="ja-JP" altLang="en-US" dirty="0"/>
              <a:t> ページ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220EB37-FE1E-2502-7030-0AA21BDB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7" y="2034285"/>
            <a:ext cx="6792273" cy="57158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EB5F59A-772D-FE1D-783D-989385CD4BD5}"/>
              </a:ext>
            </a:extLst>
          </p:cNvPr>
          <p:cNvSpPr/>
          <p:nvPr/>
        </p:nvSpPr>
        <p:spPr>
          <a:xfrm>
            <a:off x="1736992" y="2125009"/>
            <a:ext cx="1582218" cy="3901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Play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888D4F-7436-AD38-F77E-E5091961D015}"/>
              </a:ext>
            </a:extLst>
          </p:cNvPr>
          <p:cNvSpPr txBox="1"/>
          <p:nvPr/>
        </p:nvSpPr>
        <p:spPr>
          <a:xfrm>
            <a:off x="1561475" y="955497"/>
            <a:ext cx="860994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QTI</a:t>
            </a:r>
            <a:r>
              <a:rPr lang="ja-JP" altLang="en-US" dirty="0"/>
              <a:t> </a:t>
            </a:r>
            <a:r>
              <a:rPr lang="en-US" altLang="ja-JP" dirty="0"/>
              <a:t>XML </a:t>
            </a:r>
            <a:r>
              <a:rPr lang="ja-JP" altLang="en-US" dirty="0"/>
              <a:t>データの入力エリア</a:t>
            </a:r>
            <a:endParaRPr lang="en-US" altLang="ja-JP" dirty="0"/>
          </a:p>
          <a:p>
            <a:r>
              <a:rPr kumimoji="1" lang="en-US" altLang="ja-JP" dirty="0"/>
              <a:t>	5</a:t>
            </a:r>
            <a:r>
              <a:rPr kumimoji="1" lang="ja-JP" altLang="en-US" dirty="0"/>
              <a:t>行の高さ</a:t>
            </a:r>
            <a:endParaRPr kumimoji="1" lang="en-US" altLang="ja-JP" dirty="0"/>
          </a:p>
          <a:p>
            <a:r>
              <a:rPr kumimoji="1" lang="en-US" altLang="ja-JP" dirty="0"/>
              <a:t>	</a:t>
            </a:r>
            <a:r>
              <a:rPr lang="ja-JP" altLang="en-US" dirty="0"/>
              <a:t>テキストの量に応じてスクロールバーを表示</a:t>
            </a:r>
            <a:endParaRPr kumimoji="1" lang="ja-JP" altLang="en-US" dirty="0"/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12C24F1-AE9D-D162-0411-834C65B5E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475" y="2895045"/>
            <a:ext cx="8789998" cy="351993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7BFF97-BBA5-57E6-8FAC-F9A66A6C3BFA}"/>
              </a:ext>
            </a:extLst>
          </p:cNvPr>
          <p:cNvSpPr txBox="1"/>
          <p:nvPr/>
        </p:nvSpPr>
        <p:spPr>
          <a:xfrm>
            <a:off x="1654139" y="2722655"/>
            <a:ext cx="851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: </a:t>
            </a:r>
            <a:r>
              <a:rPr kumimoji="1" lang="ja-JP" altLang="en-US" dirty="0"/>
              <a:t>日本の首都はどこですか？</a:t>
            </a:r>
            <a:r>
              <a:rPr lang="en-US" altLang="ja-JP" dirty="0"/>
              <a:t>                                      Interaction: choice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550B5F-EE42-9A66-7BFA-9FC504929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518" y="5738608"/>
            <a:ext cx="8449854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6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98</Words>
  <Application>Microsoft Office PowerPoint</Application>
  <PresentationFormat>ワイド画面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Instant Play ページ</vt:lpstr>
      <vt:lpstr>Instant Play ページ</vt:lpstr>
      <vt:lpstr>Instant Play ページ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Shunichi Kajisa</dc:creator>
  <cp:lastModifiedBy>Shunichi Kajisa</cp:lastModifiedBy>
  <cp:revision>4</cp:revision>
  <dcterms:created xsi:type="dcterms:W3CDTF">2026-01-02T02:06:50Z</dcterms:created>
  <dcterms:modified xsi:type="dcterms:W3CDTF">2026-01-04T01:28:52Z</dcterms:modified>
</cp:coreProperties>
</file>