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152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9A831-770F-7F96-069C-482703AF5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6510D7-6C8E-F015-3CCE-6327B87EB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51D080-699D-BFE6-2E5C-EF6144DF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481572-B45F-02DE-FDC3-B9ADC601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3AEFB7-73EF-CE83-71C1-09E4589F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24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A2AEAB-682B-9511-26A7-5BF2914C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E09E25-75D1-FCC7-F5A6-9BC68242C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A5557E-8E50-A762-3F30-B444DF5B8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86536A-52F2-A734-BBF2-1393FD01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9F4553-D743-714A-1E19-A733CC88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14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F8DC1-146C-2E52-D8D3-577D0360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C269F2-1A73-FC2D-E871-D7534ABEB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AA7863-F319-6B28-75E5-D0718673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51FD9E-1529-1754-CEF9-C621BFAA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663CDF-9991-BC61-AF19-8602EADB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57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764C3B-174F-3AAD-56B2-16272379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7B9540-7273-0375-964C-58DDA9CCD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4414B3-D80F-1970-B2D2-1E687E29A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7B26BB-E967-6287-FCFF-02AF6945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91CFE8-113C-3091-3BF4-1A4BFBC5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2E0104-964A-90B4-419B-79FE9A43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38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4BC871-E187-C742-2629-EADE41C2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672E6A-33CC-EBF3-4E8C-256C48035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41AECA-FD95-C91B-910C-9AD108EC8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E98D61-73BC-925E-2834-C8D05454F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F9C091-B985-0DA0-27C0-DEE9FDC0A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E850F1-B52A-7D29-DD8B-5674C215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5E5D3C-4DF2-3DF6-1F1F-5AD01732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E3A465-7F2D-C145-5313-4B7FC3BC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50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D00C3-938C-AE4C-D813-5B08EFD5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47"/>
            <a:ext cx="10515600" cy="47825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D8D0B6-2193-A5EF-1D89-0FF0271E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4D6642-EBF3-34DA-037C-1B1C9E65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6B7798-76F5-F0C4-FE8B-F767702A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076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CAD6CA-8540-ACCA-17C4-FD44C931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BDBADC-F113-D657-8A11-AEF27229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0E213A-D778-331B-B407-38E0D740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4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C2494-0084-4F5B-7354-5A3CC597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E17A45-5620-61E7-6CF1-75EC0CBA6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6764A-31E6-9C4C-F3FA-4833DA240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40FF8-4C3E-FBB7-7F3A-B871CCC5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2D16BB-C427-6906-B81B-7FF280D89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FDF90F-5E0C-895D-4C5C-DB965DFF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7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1C7B25-909C-FDF7-DAF1-77894A6A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02BF61-5F4C-CB3A-787E-91239A41D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2098F3-044E-1E6F-9C23-3152CE620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FE80F7-2095-E1F0-03FA-D4467CE0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7B7424-0ABF-A8E9-7A57-556CDB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4C8C6A-0E2A-545A-897F-98384867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3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42DBF-A1C4-A3D5-BA9E-BFE2FF08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19EAE2-5FCE-CD95-1975-DCDB8B26E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C1BF24-3424-BCB5-C5E1-A8B15CF3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5B970C-196E-6E5B-BE76-3A668BB0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D5E928-FA4C-9AAE-1031-1309CB76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56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B3C5BC-D741-52E9-5AED-E19AB5961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2F54EF-23E8-F000-DCEF-4D72A01CE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18E21-AF93-0E21-259A-2992B82E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A7BBE2-DEAD-FD76-98E4-90AD1A88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CEECE8-51B0-8668-B849-13B8DF7E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49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09BE3E-7B90-E622-F985-E9EFC97F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18517D-5C8F-3560-D18B-39BEFCF3E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05E9D7-D65D-FCCA-612B-2D35F0146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8FC70-68D5-4C7E-BEB4-F3EEBF61C1FC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EAB260-B650-6CC4-54AB-B8F5672AC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2F69C5-28BE-981E-5434-826436A7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93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428CB256-F8C7-3A98-5142-F5CCC5A89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75" y="1561672"/>
            <a:ext cx="6792273" cy="571580"/>
          </a:xfrm>
          <a:prstGeom prst="rect">
            <a:avLst/>
          </a:prstGeom>
        </p:spPr>
      </p:pic>
      <p:sp>
        <p:nvSpPr>
          <p:cNvPr id="4" name="タイトル 3">
            <a:extLst>
              <a:ext uri="{FF2B5EF4-FFF2-40B4-BE49-F238E27FC236}">
                <a16:creationId xmlns:a16="http://schemas.microsoft.com/office/drawing/2014/main" id="{910D9C76-758D-6FC5-10FB-72EF9C7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TEST</a:t>
            </a:r>
            <a:r>
              <a:rPr lang="ja-JP" altLang="en-US" dirty="0"/>
              <a:t> ページ</a:t>
            </a:r>
            <a:r>
              <a:rPr lang="en-US" altLang="ja-JP" dirty="0"/>
              <a:t>: </a:t>
            </a:r>
            <a:r>
              <a:rPr lang="ja-JP" altLang="en-US" dirty="0"/>
              <a:t>初期画面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D073E68A-F523-8C93-AC0B-93BBE37D4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69734"/>
              </p:ext>
            </p:extLst>
          </p:nvPr>
        </p:nvGraphicFramePr>
        <p:xfrm>
          <a:off x="1574800" y="2216926"/>
          <a:ext cx="8712200" cy="3708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2916">
                  <a:extLst>
                    <a:ext uri="{9D8B030D-6E8A-4147-A177-3AD203B41FA5}">
                      <a16:colId xmlns:a16="http://schemas.microsoft.com/office/drawing/2014/main" val="3897167719"/>
                    </a:ext>
                  </a:extLst>
                </a:gridCol>
                <a:gridCol w="4842710">
                  <a:extLst>
                    <a:ext uri="{9D8B030D-6E8A-4147-A177-3AD203B41FA5}">
                      <a16:colId xmlns:a16="http://schemas.microsoft.com/office/drawing/2014/main" val="2763979411"/>
                    </a:ext>
                  </a:extLst>
                </a:gridCol>
                <a:gridCol w="3266574">
                  <a:extLst>
                    <a:ext uri="{9D8B030D-6E8A-4147-A177-3AD203B41FA5}">
                      <a16:colId xmlns:a16="http://schemas.microsoft.com/office/drawing/2014/main" val="41413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インタラクション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09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choice-interaction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87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ホットスポット問題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hotspot-interaction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4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inline-choice-interaction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55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746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並べ替え問題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77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text-entry-interaction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 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#2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6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inline-choice-interaction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05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text-entry-interaction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092691"/>
                  </a:ext>
                </a:extLst>
              </a:tr>
            </a:tbl>
          </a:graphicData>
        </a:graphic>
      </p:graphicFrame>
      <p:pic>
        <p:nvPicPr>
          <p:cNvPr id="9" name="図 8">
            <a:extLst>
              <a:ext uri="{FF2B5EF4-FFF2-40B4-BE49-F238E27FC236}">
                <a16:creationId xmlns:a16="http://schemas.microsoft.com/office/drawing/2014/main" id="{954D02A2-D09B-57F6-945B-D983CBC83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727" y="1561672"/>
            <a:ext cx="6792273" cy="57158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13AADAC-8046-6556-EA99-EB4C47D1DBED}"/>
              </a:ext>
            </a:extLst>
          </p:cNvPr>
          <p:cNvSpPr/>
          <p:nvPr/>
        </p:nvSpPr>
        <p:spPr>
          <a:xfrm>
            <a:off x="1736992" y="1652396"/>
            <a:ext cx="1582218" cy="3901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はじめる</a:t>
            </a:r>
          </a:p>
        </p:txBody>
      </p:sp>
    </p:spTree>
    <p:extLst>
      <p:ext uri="{BB962C8B-B14F-4D97-AF65-F5344CB8AC3E}">
        <p14:creationId xmlns:p14="http://schemas.microsoft.com/office/powerpoint/2010/main" val="136305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6FB1B-F0F2-FD9D-69CF-A252689D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アイテムのテスト中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8D6C94A-C65D-0006-B30B-2DEA1B8B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1623760"/>
            <a:ext cx="6125430" cy="3610479"/>
          </a:xfrm>
          <a:prstGeom prst="rect">
            <a:avLst/>
          </a:prstGeom>
        </p:spPr>
      </p:pic>
      <p:pic>
        <p:nvPicPr>
          <p:cNvPr id="6" name="図 5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24D1809-4C69-F840-6C49-6F3B8674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79"/>
          <a:stretch>
            <a:fillRect/>
          </a:stretch>
        </p:blipFill>
        <p:spPr>
          <a:xfrm>
            <a:off x="1551941" y="1263720"/>
            <a:ext cx="9088118" cy="49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2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0F9D2-D088-80C4-E615-B75AC834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アイテムの回答結果</a:t>
            </a:r>
            <a:r>
              <a:rPr kumimoji="1" lang="en-US" altLang="ja-JP" dirty="0"/>
              <a:t>: </a:t>
            </a:r>
            <a:r>
              <a:rPr kumimoji="1" lang="ja-JP" altLang="en-US" dirty="0"/>
              <a:t>正解の場合</a:t>
            </a:r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F99F52C-557F-ABF8-0C88-5297E6766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923575"/>
            <a:ext cx="9069066" cy="501084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6B6DCE-F9A8-8952-09F6-A97B0BADABA9}"/>
              </a:ext>
            </a:extLst>
          </p:cNvPr>
          <p:cNvSpPr txBox="1"/>
          <p:nvPr/>
        </p:nvSpPr>
        <p:spPr>
          <a:xfrm>
            <a:off x="2578813" y="4161034"/>
            <a:ext cx="121058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回答済：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257BCB-1950-93E1-DFC7-047DCBC1355E}"/>
              </a:ext>
            </a:extLst>
          </p:cNvPr>
          <p:cNvSpPr txBox="1"/>
          <p:nvPr/>
        </p:nvSpPr>
        <p:spPr>
          <a:xfrm>
            <a:off x="3809949" y="4191812"/>
            <a:ext cx="646331" cy="369332"/>
          </a:xfrm>
          <a:prstGeom prst="rect">
            <a:avLst/>
          </a:prstGeom>
          <a:solidFill>
            <a:srgbClr val="F5F5F5"/>
          </a:solidFill>
        </p:spPr>
        <p:txBody>
          <a:bodyPr wrap="none" rtlCol="0">
            <a:spAutoFit/>
          </a:bodyPr>
          <a:lstStyle/>
          <a:p>
            <a:r>
              <a:rPr lang="ja-JP" altLang="en-US" b="1" i="0" dirty="0">
                <a:solidFill>
                  <a:srgbClr val="2E7D32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正解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3968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2E6A-8FA3-8260-D86E-E23C83D8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A87FA1-37FB-0339-DE90-7D502A4F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アイテムの回答結果</a:t>
            </a:r>
            <a:r>
              <a:rPr lang="en-US" altLang="ja-JP" dirty="0"/>
              <a:t>: </a:t>
            </a:r>
            <a:r>
              <a:rPr lang="ja-JP" altLang="en-US" dirty="0"/>
              <a:t>不正解の場合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230C7BF-343E-3DC1-3235-CAB4E11E0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923575"/>
            <a:ext cx="9069066" cy="501084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AFF221-F65E-051F-79D9-0B0AB61F754E}"/>
              </a:ext>
            </a:extLst>
          </p:cNvPr>
          <p:cNvSpPr txBox="1"/>
          <p:nvPr/>
        </p:nvSpPr>
        <p:spPr>
          <a:xfrm>
            <a:off x="2578813" y="4161034"/>
            <a:ext cx="121058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回答済：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B118F2-A79C-FF6D-BE89-57B3F68B9365}"/>
              </a:ext>
            </a:extLst>
          </p:cNvPr>
          <p:cNvSpPr txBox="1"/>
          <p:nvPr/>
        </p:nvSpPr>
        <p:spPr>
          <a:xfrm>
            <a:off x="3809949" y="4191812"/>
            <a:ext cx="3393878" cy="369332"/>
          </a:xfrm>
          <a:prstGeom prst="rect">
            <a:avLst/>
          </a:prstGeom>
          <a:solidFill>
            <a:srgbClr val="F5F5F5"/>
          </a:solidFill>
        </p:spPr>
        <p:txBody>
          <a:bodyPr wrap="none" rtlCol="0">
            <a:spAutoFit/>
          </a:bodyPr>
          <a:lstStyle/>
          <a:p>
            <a:r>
              <a:rPr lang="ja-JP" altLang="en-US" b="1" i="0" dirty="0">
                <a:solidFill>
                  <a:srgbClr val="C62828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不正解。正解は「東京」です。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342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EDAE2-0F06-AE7D-3B78-5BA08533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4BD077D-1ECF-8C5B-E517-5A725CD2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テスト結果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73D44E1-CF4A-596E-2E2E-E02247D96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313757"/>
              </p:ext>
            </p:extLst>
          </p:nvPr>
        </p:nvGraphicFramePr>
        <p:xfrm>
          <a:off x="1574800" y="2627888"/>
          <a:ext cx="8712201" cy="3708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38503">
                  <a:extLst>
                    <a:ext uri="{9D8B030D-6E8A-4147-A177-3AD203B41FA5}">
                      <a16:colId xmlns:a16="http://schemas.microsoft.com/office/drawing/2014/main" val="3897167719"/>
                    </a:ext>
                  </a:extLst>
                </a:gridCol>
                <a:gridCol w="3522118">
                  <a:extLst>
                    <a:ext uri="{9D8B030D-6E8A-4147-A177-3AD203B41FA5}">
                      <a16:colId xmlns:a16="http://schemas.microsoft.com/office/drawing/2014/main" val="2763979411"/>
                    </a:ext>
                  </a:extLst>
                </a:gridCol>
                <a:gridCol w="2375790">
                  <a:extLst>
                    <a:ext uri="{9D8B030D-6E8A-4147-A177-3AD203B41FA5}">
                      <a16:colId xmlns:a16="http://schemas.microsoft.com/office/drawing/2014/main" val="2178836827"/>
                    </a:ext>
                  </a:extLst>
                </a:gridCol>
                <a:gridCol w="2375790">
                  <a:extLst>
                    <a:ext uri="{9D8B030D-6E8A-4147-A177-3AD203B41FA5}">
                      <a16:colId xmlns:a16="http://schemas.microsoft.com/office/drawing/2014/main" val="41413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結果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09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東京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1/1 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87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ホットスポット問題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4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回答なし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55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746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並べ替え問題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A,B,C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/ 1 ×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77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富士山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 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#2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05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俳句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1/1 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06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うま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388764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43BA5B-B7C9-7756-D301-39C32F80C230}"/>
              </a:ext>
            </a:extLst>
          </p:cNvPr>
          <p:cNvSpPr txBox="1"/>
          <p:nvPr/>
        </p:nvSpPr>
        <p:spPr>
          <a:xfrm>
            <a:off x="3048856" y="942424"/>
            <a:ext cx="6097712" cy="144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75"/>
              </a:spcAft>
              <a:buNone/>
            </a:pPr>
            <a:r>
              <a:rPr lang="ja-JP" altLang="en-US" b="1" i="0" dirty="0">
                <a:solidFill>
                  <a:srgbClr val="333333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テスト結果</a:t>
            </a:r>
          </a:p>
          <a:p>
            <a:pPr algn="ctr">
              <a:spcAft>
                <a:spcPts val="375"/>
              </a:spcAft>
              <a:buNone/>
            </a:pPr>
            <a:r>
              <a:rPr lang="en-US" altLang="ja-JP" b="1" i="0" dirty="0">
                <a:solidFill>
                  <a:srgbClr val="1976D2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en-US" altLang="ja-JP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/3</a:t>
            </a:r>
            <a:r>
              <a:rPr lang="ja-JP" altLang="en-US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点</a:t>
            </a:r>
            <a:endParaRPr lang="ja-JP" altLang="en-US" b="0" i="0" dirty="0">
              <a:solidFill>
                <a:srgbClr val="000000"/>
              </a:solidFill>
              <a:effectLst/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>
              <a:spcAft>
                <a:spcPts val="1125"/>
              </a:spcAft>
              <a:buNone/>
            </a:pPr>
            <a:r>
              <a:rPr lang="ja-JP" altLang="en-US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正答率</a:t>
            </a:r>
            <a:r>
              <a:rPr lang="en-US" altLang="ja-JP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: 67%</a:t>
            </a:r>
          </a:p>
          <a:p>
            <a:pPr algn="ctr">
              <a:spcAft>
                <a:spcPts val="1125"/>
              </a:spcAft>
              <a:buNone/>
            </a:pPr>
            <a:r>
              <a:rPr lang="en-US" altLang="ja-JP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※ </a:t>
            </a:r>
            <a:r>
              <a:rPr lang="ja-JP" altLang="en-US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未採点</a:t>
            </a:r>
            <a:r>
              <a:rPr lang="en-US" altLang="ja-JP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: 6</a:t>
            </a:r>
            <a:r>
              <a:rPr lang="ja-JP" altLang="en-US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問</a:t>
            </a:r>
          </a:p>
        </p:txBody>
      </p:sp>
    </p:spTree>
    <p:extLst>
      <p:ext uri="{BB962C8B-B14F-4D97-AF65-F5344CB8AC3E}">
        <p14:creationId xmlns:p14="http://schemas.microsoft.com/office/powerpoint/2010/main" val="4515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174</Words>
  <Application>Microsoft Office PowerPoint</Application>
  <PresentationFormat>ワイド画面</PresentationFormat>
  <Paragraphs>82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Noto Sans JP</vt:lpstr>
      <vt:lpstr>游ゴシック</vt:lpstr>
      <vt:lpstr>游ゴシック Light</vt:lpstr>
      <vt:lpstr>Arial</vt:lpstr>
      <vt:lpstr>Office テーマ</vt:lpstr>
      <vt:lpstr>TEST ページ: 初期画面</vt:lpstr>
      <vt:lpstr>アイテムのテスト中</vt:lpstr>
      <vt:lpstr>アイテムの回答結果: 正解の場合</vt:lpstr>
      <vt:lpstr>アイテムの回答結果: 不正解の場合</vt:lpstr>
      <vt:lpstr>テスト結果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Shunichi Kajisa</dc:creator>
  <cp:lastModifiedBy>Shunichi Kajisa</cp:lastModifiedBy>
  <cp:revision>2</cp:revision>
  <dcterms:created xsi:type="dcterms:W3CDTF">2026-01-02T02:06:50Z</dcterms:created>
  <dcterms:modified xsi:type="dcterms:W3CDTF">2026-01-02T05:30:41Z</dcterms:modified>
</cp:coreProperties>
</file>